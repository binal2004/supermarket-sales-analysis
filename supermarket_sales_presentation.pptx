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SALES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Domain  |  Data Analysis Portfolio — Project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2023 – December 2023  |  3 Branches  |  2,000 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A6B8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Binal Doshi  |  MSc AI &amp; Data Science, University of Mumbai (2025–2027)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matplotlib  •  seaborn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Key Performance Indicators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1097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$519,281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8686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868680"/>
            <a:ext cx="2743200" cy="10972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64408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17336" y="8686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868680"/>
            <a:ext cx="2743200" cy="1097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208776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$259.64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08776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34640"/>
            <a:ext cx="2743200" cy="10972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 / 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2834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834640"/>
            <a:ext cx="2743200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64408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17336" y="2834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2834640"/>
            <a:ext cx="2743200" cy="10972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6208776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08776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Shopping 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1 Jan 2023 – 31 Dec 2023  |  Branches: Yangon (A) · Mandalay (B) · Naypyitaw (C)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Trends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Peak: July ($50,184)   ▼ Low: August ($38,313)   Year-end: December ($49,403)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Performance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530352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1216152"/>
            <a:ext cx="3017520" cy="3200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1234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3524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83880" y="12344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$96,970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1581912"/>
            <a:ext cx="3017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1600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Travel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3524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83880" y="16002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$91,178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1947672"/>
            <a:ext cx="3017520" cy="3200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Accessories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35240" y="1965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18388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$88,995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52160" y="2313432"/>
            <a:ext cx="3017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Lifestyle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635240" y="2331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83880" y="23317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$86,352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52160" y="2679192"/>
            <a:ext cx="3017520" cy="3200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635240" y="2697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183880" y="26974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$78,234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52160" y="3044952"/>
            <a:ext cx="3017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5897880" y="3063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Accessories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635240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183880" y="30632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$77,552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Well-balanced portfolio — no single product line exceeds 18.7%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Performance Analysis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| City | Revenue | Transactions | Avg Rating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457200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(Mandalay)  |  $180,822  |  696 transactions  |  6.97/10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(Yangon)  |  $179,048  |  674 transactions  |  6.92/10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(Naypyitaw)  |  $159,411  |  630 transactions  |  6.98/10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Sales Patterns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420624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49808"/>
            <a:ext cx="429768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= peak revenue day  •  18:00 = busiest hour  •  Evening traffic suggests after-work shopping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&amp; Payment Analysis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4754880" cy="25603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749808"/>
            <a:ext cx="3840480" cy="2560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4290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429000"/>
            <a:ext cx="1920240" cy="914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$257.29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200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Avg Spend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50592" y="34290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450592" y="3429000"/>
            <a:ext cx="192024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8"/>
          <p:cNvSpPr/>
          <p:nvPr/>
        </p:nvSpPr>
        <p:spPr>
          <a:xfrm>
            <a:off x="2496312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$262.08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496312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Avg Spend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26864" y="34290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26864" y="3429000"/>
            <a:ext cx="1920240" cy="9144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6" name="Text 12"/>
          <p:cNvSpPr/>
          <p:nvPr/>
        </p:nvSpPr>
        <p:spPr>
          <a:xfrm>
            <a:off x="4672584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36.2%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72584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Share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803136" y="34290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03136" y="3429000"/>
            <a:ext cx="19202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6"/>
          <p:cNvSpPr/>
          <p:nvPr/>
        </p:nvSpPr>
        <p:spPr>
          <a:xfrm>
            <a:off x="6848856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848856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Share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Customer Rating shows near-zero correlation with spend (r ≈ -0.01) — satisfaction is independent of transaction value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502920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87782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Health &amp; Beauty Inventory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product line (18.7% share). Increase stock 15–20% to meet demand.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+8% revenue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502920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87782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Loyalty Events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120700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double-point promotions on the peak sales day to amplify the buying surge.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0" y="171907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+12% revenue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157984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57984"/>
            <a:ext cx="502920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Cashback Partnership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56032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e-wallet providers for exclusive discounts — 36% of transactions are digital.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" y="307238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· +10% txn vol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2157984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57984"/>
            <a:ext cx="502920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23113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Flash Sales (6–9 PM)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256032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time-limited deals during the peak 18:00 hour to maximise revenue.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307238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· +7% revenue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3511296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511296"/>
            <a:ext cx="502920" cy="118872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8953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58444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Upgrade Programme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913632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member benefits — early access, exclusive discounts — to convert Normal customers.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" y="442569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· +5% avg spend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511296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11296"/>
            <a:ext cx="502920" cy="118872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8953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58444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Cross-branch Best Practices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3913632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top-performing methods between branches to lift the lowest-rated branch.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442569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+0.3 rating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Sales Analysis — 2023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Healthy, growing retail operation with $519,281 total revenue across 2,000 transactions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7568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well-distributed across all 6 product lines — no over-reliance on a single 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5786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branches perform comparably, indicating strong operational consistency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815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is the dominant payment method (36.2%), highlighting a digitally engaged customer 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5844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(avg 6.97/10) is independent of spend — service quality matters beyond price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08736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all 6 recommendations can realistically target 10–15% revenue growth within 2 quarters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A6B8A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Binal Doshi  |  MSc AI &amp; Data Science  |  University of Mumbai (2025–2027)  |  Portfolio Project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Sales Analysis</dc:title>
  <dc:subject>PptxGenJS Presentation</dc:subject>
  <dc:creator>Binal Doshi</dc:creator>
  <cp:lastModifiedBy>Binal Doshi</cp:lastModifiedBy>
  <cp:revision>1</cp:revision>
  <dcterms:created xsi:type="dcterms:W3CDTF">2026-05-27T10:07:47Z</dcterms:created>
  <dcterms:modified xsi:type="dcterms:W3CDTF">2026-05-27T10:07:47Z</dcterms:modified>
</cp:coreProperties>
</file>